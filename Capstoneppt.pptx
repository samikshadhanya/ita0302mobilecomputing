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0" r:id="rId5"/>
    <p:sldId id="258" r:id="rId6"/>
    <p:sldId id="259" r:id="rId7"/>
    <p:sldId id="261" r:id="rId8"/>
    <p:sldId id="264" r:id="rId9"/>
    <p:sldId id="267" r:id="rId10"/>
    <p:sldId id="268" r:id="rId11"/>
    <p:sldId id="265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7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ksha gopinath" userId="454ff27885d6e144" providerId="LiveId" clId="{317B3EA2-E793-4D40-A188-2921B199BA02}"/>
    <pc:docChg chg="undo redo custSel addSld delSld modSld sldOrd">
      <pc:chgData name="samiksha gopinath" userId="454ff27885d6e144" providerId="LiveId" clId="{317B3EA2-E793-4D40-A188-2921B199BA02}" dt="2025-05-13T09:45:24.705" v="1800" actId="1076"/>
      <pc:docMkLst>
        <pc:docMk/>
      </pc:docMkLst>
      <pc:sldChg chg="addSp delSp modSp mod">
        <pc:chgData name="samiksha gopinath" userId="454ff27885d6e144" providerId="LiveId" clId="{317B3EA2-E793-4D40-A188-2921B199BA02}" dt="2025-05-13T09:40:24.893" v="1754" actId="1076"/>
        <pc:sldMkLst>
          <pc:docMk/>
          <pc:sldMk cId="135319802" sldId="256"/>
        </pc:sldMkLst>
        <pc:spChg chg="mod">
          <ac:chgData name="samiksha gopinath" userId="454ff27885d6e144" providerId="LiveId" clId="{317B3EA2-E793-4D40-A188-2921B199BA02}" dt="2025-05-13T09:40:24.893" v="1754" actId="1076"/>
          <ac:spMkLst>
            <pc:docMk/>
            <pc:sldMk cId="135319802" sldId="256"/>
            <ac:spMk id="2" creationId="{00000000-0000-0000-0000-000000000000}"/>
          </ac:spMkLst>
        </pc:spChg>
        <pc:spChg chg="del mod">
          <ac:chgData name="samiksha gopinath" userId="454ff27885d6e144" providerId="LiveId" clId="{317B3EA2-E793-4D40-A188-2921B199BA02}" dt="2025-05-13T08:43:23.675" v="263" actId="478"/>
          <ac:spMkLst>
            <pc:docMk/>
            <pc:sldMk cId="135319802" sldId="256"/>
            <ac:spMk id="3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12:45.543" v="529" actId="403"/>
          <ac:spMkLst>
            <pc:docMk/>
            <pc:sldMk cId="135319802" sldId="256"/>
            <ac:spMk id="5" creationId="{00000000-0000-0000-0000-000000000000}"/>
          </ac:spMkLst>
        </pc:spChg>
        <pc:spChg chg="add del mod">
          <ac:chgData name="samiksha gopinath" userId="454ff27885d6e144" providerId="LiveId" clId="{317B3EA2-E793-4D40-A188-2921B199BA02}" dt="2025-05-13T08:43:26.719" v="264" actId="478"/>
          <ac:spMkLst>
            <pc:docMk/>
            <pc:sldMk cId="135319802" sldId="256"/>
            <ac:spMk id="6" creationId="{C4F913CF-B75F-0FD3-311A-216257AED3DD}"/>
          </ac:spMkLst>
        </pc:spChg>
      </pc:sldChg>
      <pc:sldChg chg="modSp mod">
        <pc:chgData name="samiksha gopinath" userId="454ff27885d6e144" providerId="LiveId" clId="{317B3EA2-E793-4D40-A188-2921B199BA02}" dt="2025-05-13T09:12:28.053" v="526" actId="1076"/>
        <pc:sldMkLst>
          <pc:docMk/>
          <pc:sldMk cId="1062916161" sldId="257"/>
        </pc:sldMkLst>
        <pc:spChg chg="mod">
          <ac:chgData name="samiksha gopinath" userId="454ff27885d6e144" providerId="LiveId" clId="{317B3EA2-E793-4D40-A188-2921B199BA02}" dt="2025-05-13T09:12:23.460" v="525" actId="113"/>
          <ac:spMkLst>
            <pc:docMk/>
            <pc:sldMk cId="1062916161" sldId="257"/>
            <ac:spMk id="2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12:28.053" v="526" actId="1076"/>
          <ac:spMkLst>
            <pc:docMk/>
            <pc:sldMk cId="1062916161" sldId="257"/>
            <ac:spMk id="3" creationId="{00000000-0000-0000-0000-000000000000}"/>
          </ac:spMkLst>
        </pc:spChg>
      </pc:sldChg>
      <pc:sldChg chg="modSp mod">
        <pc:chgData name="samiksha gopinath" userId="454ff27885d6e144" providerId="LiveId" clId="{317B3EA2-E793-4D40-A188-2921B199BA02}" dt="2025-05-13T09:39:44.097" v="1747" actId="27636"/>
        <pc:sldMkLst>
          <pc:docMk/>
          <pc:sldMk cId="3010779054" sldId="258"/>
        </pc:sldMkLst>
        <pc:spChg chg="mod">
          <ac:chgData name="samiksha gopinath" userId="454ff27885d6e144" providerId="LiveId" clId="{317B3EA2-E793-4D40-A188-2921B199BA02}" dt="2025-05-13T09:20:09.873" v="861" actId="113"/>
          <ac:spMkLst>
            <pc:docMk/>
            <pc:sldMk cId="3010779054" sldId="258"/>
            <ac:spMk id="2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39:44.097" v="1747" actId="27636"/>
          <ac:spMkLst>
            <pc:docMk/>
            <pc:sldMk cId="3010779054" sldId="258"/>
            <ac:spMk id="3" creationId="{00000000-0000-0000-0000-000000000000}"/>
          </ac:spMkLst>
        </pc:spChg>
      </pc:sldChg>
      <pc:sldChg chg="addSp delSp modSp mod">
        <pc:chgData name="samiksha gopinath" userId="454ff27885d6e144" providerId="LiveId" clId="{317B3EA2-E793-4D40-A188-2921B199BA02}" dt="2025-05-13T09:39:53.285" v="1748" actId="113"/>
        <pc:sldMkLst>
          <pc:docMk/>
          <pc:sldMk cId="181733239" sldId="259"/>
        </pc:sldMkLst>
        <pc:spChg chg="mod">
          <ac:chgData name="samiksha gopinath" userId="454ff27885d6e144" providerId="LiveId" clId="{317B3EA2-E793-4D40-A188-2921B199BA02}" dt="2025-05-13T09:39:53.285" v="1748" actId="113"/>
          <ac:spMkLst>
            <pc:docMk/>
            <pc:sldMk cId="181733239" sldId="259"/>
            <ac:spMk id="2" creationId="{00000000-0000-0000-0000-000000000000}"/>
          </ac:spMkLst>
        </pc:spChg>
        <pc:spChg chg="add del mod">
          <ac:chgData name="samiksha gopinath" userId="454ff27885d6e144" providerId="LiveId" clId="{317B3EA2-E793-4D40-A188-2921B199BA02}" dt="2025-05-13T09:39:03.598" v="1687" actId="2711"/>
          <ac:spMkLst>
            <pc:docMk/>
            <pc:sldMk cId="181733239" sldId="259"/>
            <ac:spMk id="3" creationId="{00000000-0000-0000-0000-000000000000}"/>
          </ac:spMkLst>
        </pc:spChg>
        <pc:spChg chg="add del">
          <ac:chgData name="samiksha gopinath" userId="454ff27885d6e144" providerId="LiveId" clId="{317B3EA2-E793-4D40-A188-2921B199BA02}" dt="2025-05-13T09:35:51.932" v="1269" actId="21"/>
          <ac:spMkLst>
            <pc:docMk/>
            <pc:sldMk cId="181733239" sldId="259"/>
            <ac:spMk id="4" creationId="{F392F1CF-7B92-3B4B-D791-DBCA52FB0043}"/>
          </ac:spMkLst>
        </pc:spChg>
        <pc:spChg chg="add mod">
          <ac:chgData name="samiksha gopinath" userId="454ff27885d6e144" providerId="LiveId" clId="{317B3EA2-E793-4D40-A188-2921B199BA02}" dt="2025-05-13T09:35:51.425" v="1268" actId="21"/>
          <ac:spMkLst>
            <pc:docMk/>
            <pc:sldMk cId="181733239" sldId="259"/>
            <ac:spMk id="5" creationId="{7EBD38FF-C3A8-EF9C-CFE5-ED537F6F7D61}"/>
          </ac:spMkLst>
        </pc:spChg>
      </pc:sldChg>
      <pc:sldChg chg="modSp mod">
        <pc:chgData name="samiksha gopinath" userId="454ff27885d6e144" providerId="LiveId" clId="{317B3EA2-E793-4D40-A188-2921B199BA02}" dt="2025-05-13T09:40:02.238" v="1749" actId="2711"/>
        <pc:sldMkLst>
          <pc:docMk/>
          <pc:sldMk cId="4233433144" sldId="260"/>
        </pc:sldMkLst>
        <pc:spChg chg="mod">
          <ac:chgData name="samiksha gopinath" userId="454ff27885d6e144" providerId="LiveId" clId="{317B3EA2-E793-4D40-A188-2921B199BA02}" dt="2025-05-13T09:18:25.661" v="695" actId="113"/>
          <ac:spMkLst>
            <pc:docMk/>
            <pc:sldMk cId="4233433144" sldId="260"/>
            <ac:spMk id="2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40:02.238" v="1749" actId="2711"/>
          <ac:spMkLst>
            <pc:docMk/>
            <pc:sldMk cId="4233433144" sldId="260"/>
            <ac:spMk id="3" creationId="{00000000-0000-0000-0000-000000000000}"/>
          </ac:spMkLst>
        </pc:spChg>
      </pc:sldChg>
      <pc:sldChg chg="addSp modSp mod">
        <pc:chgData name="samiksha gopinath" userId="454ff27885d6e144" providerId="LiveId" clId="{317B3EA2-E793-4D40-A188-2921B199BA02}" dt="2025-05-13T09:32:43.793" v="1264" actId="20577"/>
        <pc:sldMkLst>
          <pc:docMk/>
          <pc:sldMk cId="1495547894" sldId="261"/>
        </pc:sldMkLst>
        <pc:spChg chg="mod">
          <ac:chgData name="samiksha gopinath" userId="454ff27885d6e144" providerId="LiveId" clId="{317B3EA2-E793-4D40-A188-2921B199BA02}" dt="2025-05-13T09:31:11.432" v="1234" actId="1076"/>
          <ac:spMkLst>
            <pc:docMk/>
            <pc:sldMk cId="1495547894" sldId="261"/>
            <ac:spMk id="2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32:43.793" v="1264" actId="20577"/>
          <ac:spMkLst>
            <pc:docMk/>
            <pc:sldMk cId="1495547894" sldId="261"/>
            <ac:spMk id="3" creationId="{00000000-0000-0000-0000-000000000000}"/>
          </ac:spMkLst>
        </pc:spChg>
        <pc:spChg chg="add">
          <ac:chgData name="samiksha gopinath" userId="454ff27885d6e144" providerId="LiveId" clId="{317B3EA2-E793-4D40-A188-2921B199BA02}" dt="2025-05-13T09:31:37.435" v="1236"/>
          <ac:spMkLst>
            <pc:docMk/>
            <pc:sldMk cId="1495547894" sldId="261"/>
            <ac:spMk id="4" creationId="{61DA1AF9-C589-BE99-1C5D-875B52DBE077}"/>
          </ac:spMkLst>
        </pc:spChg>
      </pc:sldChg>
      <pc:sldChg chg="modSp mod">
        <pc:chgData name="samiksha gopinath" userId="454ff27885d6e144" providerId="LiveId" clId="{317B3EA2-E793-4D40-A188-2921B199BA02}" dt="2025-05-13T09:29:27.963" v="1223" actId="2711"/>
        <pc:sldMkLst>
          <pc:docMk/>
          <pc:sldMk cId="1364403376" sldId="262"/>
        </pc:sldMkLst>
        <pc:spChg chg="mod">
          <ac:chgData name="samiksha gopinath" userId="454ff27885d6e144" providerId="LiveId" clId="{317B3EA2-E793-4D40-A188-2921B199BA02}" dt="2025-05-13T09:27:18.442" v="1206" actId="113"/>
          <ac:spMkLst>
            <pc:docMk/>
            <pc:sldMk cId="1364403376" sldId="262"/>
            <ac:spMk id="2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29:27.963" v="1223" actId="2711"/>
          <ac:spMkLst>
            <pc:docMk/>
            <pc:sldMk cId="1364403376" sldId="262"/>
            <ac:spMk id="3" creationId="{00000000-0000-0000-0000-000000000000}"/>
          </ac:spMkLst>
        </pc:spChg>
      </pc:sldChg>
      <pc:sldChg chg="addSp delSp modSp mod">
        <pc:chgData name="samiksha gopinath" userId="454ff27885d6e144" providerId="LiveId" clId="{317B3EA2-E793-4D40-A188-2921B199BA02}" dt="2025-05-13T09:29:34.372" v="1224" actId="2711"/>
        <pc:sldMkLst>
          <pc:docMk/>
          <pc:sldMk cId="3186294490" sldId="263"/>
        </pc:sldMkLst>
        <pc:spChg chg="mod">
          <ac:chgData name="samiksha gopinath" userId="454ff27885d6e144" providerId="LiveId" clId="{317B3EA2-E793-4D40-A188-2921B199BA02}" dt="2025-05-13T09:27:26.925" v="1208" actId="113"/>
          <ac:spMkLst>
            <pc:docMk/>
            <pc:sldMk cId="3186294490" sldId="263"/>
            <ac:spMk id="2" creationId="{00000000-0000-0000-0000-000000000000}"/>
          </ac:spMkLst>
        </pc:spChg>
        <pc:spChg chg="add del mod">
          <ac:chgData name="samiksha gopinath" userId="454ff27885d6e144" providerId="LiveId" clId="{317B3EA2-E793-4D40-A188-2921B199BA02}" dt="2025-05-13T09:29:34.372" v="1224" actId="2711"/>
          <ac:spMkLst>
            <pc:docMk/>
            <pc:sldMk cId="3186294490" sldId="263"/>
            <ac:spMk id="3" creationId="{00000000-0000-0000-0000-000000000000}"/>
          </ac:spMkLst>
        </pc:spChg>
        <pc:spChg chg="add mod">
          <ac:chgData name="samiksha gopinath" userId="454ff27885d6e144" providerId="LiveId" clId="{317B3EA2-E793-4D40-A188-2921B199BA02}" dt="2025-05-13T08:59:23.825" v="481"/>
          <ac:spMkLst>
            <pc:docMk/>
            <pc:sldMk cId="3186294490" sldId="263"/>
            <ac:spMk id="4" creationId="{22305384-9F5F-C49B-7E07-97D97602294F}"/>
          </ac:spMkLst>
        </pc:spChg>
      </pc:sldChg>
      <pc:sldChg chg="modSp mod">
        <pc:chgData name="samiksha gopinath" userId="454ff27885d6e144" providerId="LiveId" clId="{317B3EA2-E793-4D40-A188-2921B199BA02}" dt="2025-05-13T09:30:19.733" v="1230" actId="113"/>
        <pc:sldMkLst>
          <pc:docMk/>
          <pc:sldMk cId="165558008" sldId="264"/>
        </pc:sldMkLst>
        <pc:spChg chg="mod">
          <ac:chgData name="samiksha gopinath" userId="454ff27885d6e144" providerId="LiveId" clId="{317B3EA2-E793-4D40-A188-2921B199BA02}" dt="2025-05-13T09:30:19.733" v="1230" actId="113"/>
          <ac:spMkLst>
            <pc:docMk/>
            <pc:sldMk cId="165558008" sldId="264"/>
            <ac:spMk id="2" creationId="{00000000-0000-0000-0000-000000000000}"/>
          </ac:spMkLst>
        </pc:spChg>
        <pc:spChg chg="mod">
          <ac:chgData name="samiksha gopinath" userId="454ff27885d6e144" providerId="LiveId" clId="{317B3EA2-E793-4D40-A188-2921B199BA02}" dt="2025-05-13T09:30:05.411" v="1228" actId="1076"/>
          <ac:spMkLst>
            <pc:docMk/>
            <pc:sldMk cId="165558008" sldId="264"/>
            <ac:spMk id="3" creationId="{00000000-0000-0000-0000-000000000000}"/>
          </ac:spMkLst>
        </pc:spChg>
      </pc:sldChg>
      <pc:sldChg chg="addSp delSp modSp mod ord">
        <pc:chgData name="samiksha gopinath" userId="454ff27885d6e144" providerId="LiveId" clId="{317B3EA2-E793-4D40-A188-2921B199BA02}" dt="2025-05-13T09:45:24.705" v="1800" actId="1076"/>
        <pc:sldMkLst>
          <pc:docMk/>
          <pc:sldMk cId="1699207306" sldId="265"/>
        </pc:sldMkLst>
        <pc:spChg chg="del mod">
          <ac:chgData name="samiksha gopinath" userId="454ff27885d6e144" providerId="LiveId" clId="{317B3EA2-E793-4D40-A188-2921B199BA02}" dt="2025-05-13T09:44:15.969" v="1784" actId="478"/>
          <ac:spMkLst>
            <pc:docMk/>
            <pc:sldMk cId="1699207306" sldId="265"/>
            <ac:spMk id="2" creationId="{00000000-0000-0000-0000-000000000000}"/>
          </ac:spMkLst>
        </pc:spChg>
        <pc:spChg chg="del">
          <ac:chgData name="samiksha gopinath" userId="454ff27885d6e144" providerId="LiveId" clId="{317B3EA2-E793-4D40-A188-2921B199BA02}" dt="2025-05-13T09:42:05.215" v="1755" actId="931"/>
          <ac:spMkLst>
            <pc:docMk/>
            <pc:sldMk cId="1699207306" sldId="265"/>
            <ac:spMk id="3" creationId="{00000000-0000-0000-0000-000000000000}"/>
          </ac:spMkLst>
        </pc:spChg>
        <pc:spChg chg="add del mod">
          <ac:chgData name="samiksha gopinath" userId="454ff27885d6e144" providerId="LiveId" clId="{317B3EA2-E793-4D40-A188-2921B199BA02}" dt="2025-05-13T09:44:18.408" v="1785" actId="478"/>
          <ac:spMkLst>
            <pc:docMk/>
            <pc:sldMk cId="1699207306" sldId="265"/>
            <ac:spMk id="13" creationId="{C7DD19B9-0AD8-5764-C2A5-ED9604D5FC71}"/>
          </ac:spMkLst>
        </pc:spChg>
        <pc:spChg chg="add mod">
          <ac:chgData name="samiksha gopinath" userId="454ff27885d6e144" providerId="LiveId" clId="{317B3EA2-E793-4D40-A188-2921B199BA02}" dt="2025-05-13T09:45:24.705" v="1800" actId="1076"/>
          <ac:spMkLst>
            <pc:docMk/>
            <pc:sldMk cId="1699207306" sldId="265"/>
            <ac:spMk id="14" creationId="{BCCC3470-9A0F-170C-7F96-1FB2A0A3A860}"/>
          </ac:spMkLst>
        </pc:spChg>
        <pc:picChg chg="add mod modCrop">
          <ac:chgData name="samiksha gopinath" userId="454ff27885d6e144" providerId="LiveId" clId="{317B3EA2-E793-4D40-A188-2921B199BA02}" dt="2025-05-13T09:45:11.225" v="1798" actId="1076"/>
          <ac:picMkLst>
            <pc:docMk/>
            <pc:sldMk cId="1699207306" sldId="265"/>
            <ac:picMk id="5" creationId="{9C8ADAD2-EAD5-F61A-2106-8F63F8417A0F}"/>
          </ac:picMkLst>
        </pc:picChg>
        <pc:picChg chg="add mod modCrop">
          <ac:chgData name="samiksha gopinath" userId="454ff27885d6e144" providerId="LiveId" clId="{317B3EA2-E793-4D40-A188-2921B199BA02}" dt="2025-05-13T09:44:47.343" v="1792" actId="1076"/>
          <ac:picMkLst>
            <pc:docMk/>
            <pc:sldMk cId="1699207306" sldId="265"/>
            <ac:picMk id="7" creationId="{B0C37B1A-2D15-B801-2B0A-29BA7FAAC943}"/>
          </ac:picMkLst>
        </pc:picChg>
        <pc:picChg chg="add del mod">
          <ac:chgData name="samiksha gopinath" userId="454ff27885d6e144" providerId="LiveId" clId="{317B3EA2-E793-4D40-A188-2921B199BA02}" dt="2025-05-13T09:44:11.914" v="1783" actId="478"/>
          <ac:picMkLst>
            <pc:docMk/>
            <pc:sldMk cId="1699207306" sldId="265"/>
            <ac:picMk id="9" creationId="{7AC296B9-9EA7-D4D4-1899-8C9675E32035}"/>
          </ac:picMkLst>
        </pc:picChg>
        <pc:picChg chg="add del mod">
          <ac:chgData name="samiksha gopinath" userId="454ff27885d6e144" providerId="LiveId" clId="{317B3EA2-E793-4D40-A188-2921B199BA02}" dt="2025-05-13T09:44:07.355" v="1782" actId="478"/>
          <ac:picMkLst>
            <pc:docMk/>
            <pc:sldMk cId="1699207306" sldId="265"/>
            <ac:picMk id="11" creationId="{14A421DB-0598-A096-A46C-E6A48A7848F3}"/>
          </ac:picMkLst>
        </pc:picChg>
      </pc:sldChg>
      <pc:sldChg chg="delSp modSp new del mod">
        <pc:chgData name="samiksha gopinath" userId="454ff27885d6e144" providerId="LiveId" clId="{317B3EA2-E793-4D40-A188-2921B199BA02}" dt="2025-05-13T08:33:17.327" v="54" actId="47"/>
        <pc:sldMkLst>
          <pc:docMk/>
          <pc:sldMk cId="1351334413" sldId="266"/>
        </pc:sldMkLst>
        <pc:spChg chg="del mod">
          <ac:chgData name="samiksha gopinath" userId="454ff27885d6e144" providerId="LiveId" clId="{317B3EA2-E793-4D40-A188-2921B199BA02}" dt="2025-05-13T08:33:14.977" v="53" actId="478"/>
          <ac:spMkLst>
            <pc:docMk/>
            <pc:sldMk cId="1351334413" sldId="266"/>
            <ac:spMk id="3" creationId="{4873743B-4913-3906-F91A-27690ABFD727}"/>
          </ac:spMkLst>
        </pc:spChg>
      </pc:sldChg>
      <pc:sldChg chg="addSp modSp add mod">
        <pc:chgData name="samiksha gopinath" userId="454ff27885d6e144" providerId="LiveId" clId="{317B3EA2-E793-4D40-A188-2921B199BA02}" dt="2025-05-13T09:40:09.112" v="1751" actId="27636"/>
        <pc:sldMkLst>
          <pc:docMk/>
          <pc:sldMk cId="3290943099" sldId="266"/>
        </pc:sldMkLst>
        <pc:spChg chg="mod">
          <ac:chgData name="samiksha gopinath" userId="454ff27885d6e144" providerId="LiveId" clId="{317B3EA2-E793-4D40-A188-2921B199BA02}" dt="2025-05-13T09:13:24.838" v="530" actId="113"/>
          <ac:spMkLst>
            <pc:docMk/>
            <pc:sldMk cId="3290943099" sldId="266"/>
            <ac:spMk id="2" creationId="{A69305C8-C38C-417D-418A-5E814235DA31}"/>
          </ac:spMkLst>
        </pc:spChg>
        <pc:spChg chg="mod">
          <ac:chgData name="samiksha gopinath" userId="454ff27885d6e144" providerId="LiveId" clId="{317B3EA2-E793-4D40-A188-2921B199BA02}" dt="2025-05-13T09:40:09.112" v="1751" actId="27636"/>
          <ac:spMkLst>
            <pc:docMk/>
            <pc:sldMk cId="3290943099" sldId="266"/>
            <ac:spMk id="3" creationId="{C85892D5-0D4E-D5C8-A403-380833A39746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4" creationId="{30723653-927B-ED17-447F-E640C6647955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5" creationId="{CE27DA9B-44EA-4026-EE07-74BA21844656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7" creationId="{2A8DD786-C6CA-EA96-A90F-AD01C5C95D19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9" creationId="{CF48500A-13E1-CA99-4FAE-27F5E77F2D26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11" creationId="{BD35D20C-07AA-31E3-61FD-968A5F066677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14" creationId="{8548E856-601C-9CA4-93D5-F138BCA2792E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16" creationId="{F56F594C-AA9F-73FE-E653-6E0796E200AD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19" creationId="{A64496FE-41D7-B964-06C4-6DE3D7163A2A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20" creationId="{3B0CB9D4-60B4-586A-9B13-88223E14FE7C}"/>
          </ac:spMkLst>
        </pc:spChg>
        <pc:spChg chg="add">
          <ac:chgData name="samiksha gopinath" userId="454ff27885d6e144" providerId="LiveId" clId="{317B3EA2-E793-4D40-A188-2921B199BA02}" dt="2025-05-13T08:56:53.930" v="465"/>
          <ac:spMkLst>
            <pc:docMk/>
            <pc:sldMk cId="3290943099" sldId="266"/>
            <ac:spMk id="21" creationId="{6DA7419C-F9E2-C920-2C36-B71533420040}"/>
          </ac:spMkLst>
        </pc:spChg>
      </pc:sldChg>
      <pc:sldChg chg="addSp delSp modSp add mod">
        <pc:chgData name="samiksha gopinath" userId="454ff27885d6e144" providerId="LiveId" clId="{317B3EA2-E793-4D40-A188-2921B199BA02}" dt="2025-05-13T09:29:44.472" v="1225" actId="2711"/>
        <pc:sldMkLst>
          <pc:docMk/>
          <pc:sldMk cId="2079686125" sldId="267"/>
        </pc:sldMkLst>
        <pc:spChg chg="del">
          <ac:chgData name="samiksha gopinath" userId="454ff27885d6e144" providerId="LiveId" clId="{317B3EA2-E793-4D40-A188-2921B199BA02}" dt="2025-05-13T09:22:23.197" v="1118" actId="478"/>
          <ac:spMkLst>
            <pc:docMk/>
            <pc:sldMk cId="2079686125" sldId="267"/>
            <ac:spMk id="2" creationId="{66EE1363-0D64-8E27-2C0D-FADA4567619B}"/>
          </ac:spMkLst>
        </pc:spChg>
        <pc:spChg chg="mod">
          <ac:chgData name="samiksha gopinath" userId="454ff27885d6e144" providerId="LiveId" clId="{317B3EA2-E793-4D40-A188-2921B199BA02}" dt="2025-05-13T09:29:44.472" v="1225" actId="2711"/>
          <ac:spMkLst>
            <pc:docMk/>
            <pc:sldMk cId="2079686125" sldId="267"/>
            <ac:spMk id="3" creationId="{FE6C3BD1-5AEF-3078-5529-B96DF3414DB5}"/>
          </ac:spMkLst>
        </pc:spChg>
        <pc:spChg chg="add del mod">
          <ac:chgData name="samiksha gopinath" userId="454ff27885d6e144" providerId="LiveId" clId="{317B3EA2-E793-4D40-A188-2921B199BA02}" dt="2025-05-13T09:22:26.370" v="1119" actId="478"/>
          <ac:spMkLst>
            <pc:docMk/>
            <pc:sldMk cId="2079686125" sldId="267"/>
            <ac:spMk id="5" creationId="{112BFDBF-C75B-F2F6-AD25-5616494EDF38}"/>
          </ac:spMkLst>
        </pc:spChg>
      </pc:sldChg>
      <pc:sldChg chg="addSp delSp modSp add mod">
        <pc:chgData name="samiksha gopinath" userId="454ff27885d6e144" providerId="LiveId" clId="{317B3EA2-E793-4D40-A188-2921B199BA02}" dt="2025-05-13T09:43:51.840" v="1779" actId="11529"/>
        <pc:sldMkLst>
          <pc:docMk/>
          <pc:sldMk cId="3630046822" sldId="268"/>
        </pc:sldMkLst>
        <pc:spChg chg="mod">
          <ac:chgData name="samiksha gopinath" userId="454ff27885d6e144" providerId="LiveId" clId="{317B3EA2-E793-4D40-A188-2921B199BA02}" dt="2025-05-13T09:42:55.071" v="1768" actId="1076"/>
          <ac:spMkLst>
            <pc:docMk/>
            <pc:sldMk cId="3630046822" sldId="268"/>
            <ac:spMk id="2" creationId="{4068E223-30B4-C4DA-0931-3177206D04ED}"/>
          </ac:spMkLst>
        </pc:spChg>
        <pc:spChg chg="add del mod">
          <ac:chgData name="samiksha gopinath" userId="454ff27885d6e144" providerId="LiveId" clId="{317B3EA2-E793-4D40-A188-2921B199BA02}" dt="2025-05-13T09:42:58.985" v="1769" actId="478"/>
          <ac:spMkLst>
            <pc:docMk/>
            <pc:sldMk cId="3630046822" sldId="268"/>
            <ac:spMk id="4" creationId="{B690EDDA-000F-BD24-B385-D382341652C3}"/>
          </ac:spMkLst>
        </pc:spChg>
        <pc:spChg chg="add">
          <ac:chgData name="samiksha gopinath" userId="454ff27885d6e144" providerId="LiveId" clId="{317B3EA2-E793-4D40-A188-2921B199BA02}" dt="2025-05-13T09:43:51.840" v="1779" actId="11529"/>
          <ac:spMkLst>
            <pc:docMk/>
            <pc:sldMk cId="3630046822" sldId="268"/>
            <ac:spMk id="6" creationId="{4E930121-9BD8-C23C-FBB5-2DDDE7FD8F1D}"/>
          </ac:spMkLst>
        </pc:spChg>
        <pc:picChg chg="del">
          <ac:chgData name="samiksha gopinath" userId="454ff27885d6e144" providerId="LiveId" clId="{317B3EA2-E793-4D40-A188-2921B199BA02}" dt="2025-05-13T09:42:21.135" v="1761" actId="478"/>
          <ac:picMkLst>
            <pc:docMk/>
            <pc:sldMk cId="3630046822" sldId="268"/>
            <ac:picMk id="5" creationId="{6AD1F4DE-93C0-AE21-E461-2797D78EE77D}"/>
          </ac:picMkLst>
        </pc:picChg>
        <pc:picChg chg="del mod">
          <ac:chgData name="samiksha gopinath" userId="454ff27885d6e144" providerId="LiveId" clId="{317B3EA2-E793-4D40-A188-2921B199BA02}" dt="2025-05-13T09:42:19.494" v="1760" actId="478"/>
          <ac:picMkLst>
            <pc:docMk/>
            <pc:sldMk cId="3630046822" sldId="268"/>
            <ac:picMk id="7" creationId="{DBAFD1C2-7755-B340-72BD-FB204EC3EF90}"/>
          </ac:picMkLst>
        </pc:picChg>
        <pc:picChg chg="mod modCrop">
          <ac:chgData name="samiksha gopinath" userId="454ff27885d6e144" providerId="LiveId" clId="{317B3EA2-E793-4D40-A188-2921B199BA02}" dt="2025-05-13T09:43:34.076" v="1778" actId="1076"/>
          <ac:picMkLst>
            <pc:docMk/>
            <pc:sldMk cId="3630046822" sldId="268"/>
            <ac:picMk id="9" creationId="{241DCAFC-EE3A-A9F0-067F-2A7D70576839}"/>
          </ac:picMkLst>
        </pc:picChg>
        <pc:picChg chg="mod modCrop">
          <ac:chgData name="samiksha gopinath" userId="454ff27885d6e144" providerId="LiveId" clId="{317B3EA2-E793-4D40-A188-2921B199BA02}" dt="2025-05-13T09:43:04.344" v="1771" actId="1076"/>
          <ac:picMkLst>
            <pc:docMk/>
            <pc:sldMk cId="3630046822" sldId="268"/>
            <ac:picMk id="11" creationId="{94BD8274-C648-1C10-B8B9-40F748A958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3D60E-6311-45AA-8DC1-E70215958B2B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4C67C-E4EE-45C4-BF8D-8D466CB57A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42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37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330442" y="63341"/>
            <a:ext cx="1708785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6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4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88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67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7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71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6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15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57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963F4-C753-4A6D-9BA4-7EFBC64AA6E5}" type="datetimeFigureOut">
              <a:rPr lang="en-IN" smtClean="0"/>
              <a:t>13-05-2025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45771-7AA1-4FBA-9D65-32BD672138E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/>
          <p:nvPr userDrawn="1"/>
        </p:nvPicPr>
        <p:blipFill>
          <a:blip r:embed="rId13"/>
          <a:stretch>
            <a:fillRect/>
          </a:stretch>
        </p:blipFill>
        <p:spPr>
          <a:xfrm>
            <a:off x="10330442" y="63341"/>
            <a:ext cx="1708785" cy="16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4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5510" y="256302"/>
            <a:ext cx="9144000" cy="1705234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Learning Quiz Application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435510" y="2276475"/>
            <a:ext cx="9144000" cy="4325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Samiksha Dhanya G (192321014)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ITA0302 MOBILE COMPUTING FOR 5G TECHNOLOGY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 K Ramesh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Nxt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-Gen Computing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14-05-2025</a:t>
            </a:r>
          </a:p>
        </p:txBody>
      </p:sp>
    </p:spTree>
    <p:extLst>
      <p:ext uri="{BB962C8B-B14F-4D97-AF65-F5344CB8AC3E}">
        <p14:creationId xmlns:p14="http://schemas.microsoft.com/office/powerpoint/2010/main" val="13531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SCREEN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1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2874-B63B-6716-246B-E9AEB039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05C8-C38C-417D-418A-5E814235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892D5-0D4E-D5C8-A403-380833A3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cross-platform educational app developed using React Native.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practice and test their knowledge through quizzes.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 Android, and iOS – ensuring learning anytime, anywhere.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quiz app built with React Native for iOS &amp; Android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multiple-choice questions with varying difficulty levels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using vibration on incorrect answers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Minimalist and visually appealing user interface for better UX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4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7525"/>
            <a:ext cx="10515600" cy="4351338"/>
          </a:xfrm>
        </p:spPr>
        <p:txBody>
          <a:bodyPr>
            <a:no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educational apps (e.g., Kahoot, Quizizz) focus on engagement but lack offline capabilities or personalization.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gamified quizzes improve retention and motivation (Smith et al., 2020).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identified for a lightweight, responsive quiz app suitable for both Android and IOS use.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have static UI and limited difficulty levels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Train fills the gap with dynamic features and engaging UX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modern frameworks like React Native CLI for native performance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43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responsive, user-friendly quiz app accessible on multiple platforms.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promote interactive learning and self-assessment.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questions with categorized difficulty levels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UX with vibration feedback for wrong answers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an intuitive and visually appealing interface to ensure usability for users of all age groups and technical backgrounds.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informative sections like FAQs and About to guide users and improve overall app accessibility and transparency.</a:t>
            </a:r>
          </a:p>
          <a:p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7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Native, JavaScript, TypeScript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Navigation: React Navigation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Feedback: React Native Vibration API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minimalist UI principles with CSS styling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component-based architecture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 with React Hooks.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Management for Screens and Questions.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33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quiz app with splash and loading screens.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real-time feedback on wrong answers.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 dynamically updates after each session.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 and About sections added for better UX.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performance on both Android &amp; iOS platforms.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Difficulty Levels (Easy, Medium, Hard): This allowed users to choose quizzes based on their comfort and skill level, increasing engagement and replay value across different age groups.</a:t>
            </a:r>
          </a:p>
        </p:txBody>
      </p:sp>
    </p:spTree>
    <p:extLst>
      <p:ext uri="{BB962C8B-B14F-4D97-AF65-F5344CB8AC3E}">
        <p14:creationId xmlns:p14="http://schemas.microsoft.com/office/powerpoint/2010/main" val="149554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519237"/>
            <a:ext cx="10515600" cy="5338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App.tsx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Entry Point of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BrainTrainer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SafeAreaView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Text,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StyleSheet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'react-native';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HomeScreen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'./screens/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HomeScreen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= () =&gt; {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SafeAreaView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style={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styles.container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&lt;Text style={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styles.title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}&gt;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BrainTrainer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&lt;/Text&gt;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HomeScreen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SafeAreaView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</p:txBody>
      </p:sp>
    </p:spTree>
    <p:extLst>
      <p:ext uri="{BB962C8B-B14F-4D97-AF65-F5344CB8AC3E}">
        <p14:creationId xmlns:p14="http://schemas.microsoft.com/office/powerpoint/2010/main" val="16555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F23E-8506-EC8D-775F-4B1B7FB7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3BD1-5AEF-3078-5529-B96DF3414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717" y="121623"/>
            <a:ext cx="10515600" cy="66147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styles =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StyleSheet.create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container: {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flex: 1,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padding: 20,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justifyContent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backgroundColor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'#F5FCFF',},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title: {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28,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fontWeight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'bold',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'#333',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textAlign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marginBottom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},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68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24A6-613D-F12F-1990-A19D02BB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E223-30B4-C4DA-0931-3177206D0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Screen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1DCAFC-EE3A-A9F0-067F-2A7D70576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1" b="4870"/>
          <a:stretch/>
        </p:blipFill>
        <p:spPr>
          <a:xfrm>
            <a:off x="7154268" y="990599"/>
            <a:ext cx="3073241" cy="5867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BD8274-C648-1C10-B8B9-40F748A95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1" b="4978"/>
          <a:stretch/>
        </p:blipFill>
        <p:spPr>
          <a:xfrm>
            <a:off x="1802994" y="990599"/>
            <a:ext cx="3073241" cy="586740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E930121-9BD8-C23C-FBB5-2DDDE7FD8F1D}"/>
              </a:ext>
            </a:extLst>
          </p:cNvPr>
          <p:cNvSpPr/>
          <p:nvPr/>
        </p:nvSpPr>
        <p:spPr>
          <a:xfrm>
            <a:off x="5257800" y="3552825"/>
            <a:ext cx="1714500" cy="590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4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8ADAD2-EAD5-F61A-2106-8F63F8417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6" b="4925"/>
          <a:stretch/>
        </p:blipFill>
        <p:spPr>
          <a:xfrm>
            <a:off x="7047805" y="342900"/>
            <a:ext cx="3073241" cy="63627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37B1A-2D15-B801-2B0A-29BA7FAAC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8" b="3854"/>
          <a:stretch/>
        </p:blipFill>
        <p:spPr>
          <a:xfrm>
            <a:off x="2070954" y="342900"/>
            <a:ext cx="3073241" cy="63627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CCC3470-9A0F-170C-7F96-1FB2A0A3A860}"/>
              </a:ext>
            </a:extLst>
          </p:cNvPr>
          <p:cNvSpPr/>
          <p:nvPr/>
        </p:nvSpPr>
        <p:spPr>
          <a:xfrm>
            <a:off x="5524500" y="3043237"/>
            <a:ext cx="1143000" cy="504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20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425" y="1666876"/>
            <a:ext cx="10515600" cy="471487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feasibility of a cross-platform quiz app using modern web/mobile technologies.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learning by providing an engaging and accessible quiz environment.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may include AI-based question recommendations, Leaderboard, Login and voice input features.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UI and simple UX for all age groups.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 enabling users to continue quizzing without an internet connection, making the app more accessible in low-connectivity areas.</a:t>
            </a:r>
          </a:p>
        </p:txBody>
      </p:sp>
    </p:spTree>
    <p:extLst>
      <p:ext uri="{BB962C8B-B14F-4D97-AF65-F5344CB8AC3E}">
        <p14:creationId xmlns:p14="http://schemas.microsoft.com/office/powerpoint/2010/main" val="1364403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213" y="1690688"/>
            <a:ext cx="10515600" cy="4351338"/>
          </a:xfrm>
        </p:spPr>
        <p:txBody>
          <a:bodyPr>
            <a:no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J., &amp; Allen, L. (2020). Gamification in education: Enhancing student engagement through interactive tools. Journal of Learning Technologies, 12(3), 45–56.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Platforms, Inc. (n.d.). React Native documentation. Retrieved May 13, 2025, from https://reactnative.dev/docs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Labs. (n.d.). Tailwind CSS documentation. Retrieved May 13, 2025, from https://tailwindcss.com/docs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H., &amp; Zhao, M. (2019). Cross-platform app development frameworks: A comparative study. International Journal of Mobile Computing, 8(2), 101–115.</a:t>
            </a:r>
          </a:p>
        </p:txBody>
      </p:sp>
    </p:spTree>
    <p:extLst>
      <p:ext uri="{BB962C8B-B14F-4D97-AF65-F5344CB8AC3E}">
        <p14:creationId xmlns:p14="http://schemas.microsoft.com/office/powerpoint/2010/main" val="318629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744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Multi-Platform Learning Quiz Application</vt:lpstr>
      <vt:lpstr>Agenda</vt:lpstr>
      <vt:lpstr>Introduction</vt:lpstr>
      <vt:lpstr>Literature Review</vt:lpstr>
      <vt:lpstr>Objective</vt:lpstr>
      <vt:lpstr>Methodology used</vt:lpstr>
      <vt:lpstr>Result and Discussion</vt:lpstr>
      <vt:lpstr>Sample Code </vt:lpstr>
      <vt:lpstr>PowerPoint Presentation</vt:lpstr>
      <vt:lpstr>Sample Output Screen</vt:lpstr>
      <vt:lpstr>PowerPoint Presentation</vt:lpstr>
      <vt:lpstr>Conclusion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Admin</dc:creator>
  <cp:lastModifiedBy>samiksha gopinath</cp:lastModifiedBy>
  <cp:revision>2</cp:revision>
  <dcterms:created xsi:type="dcterms:W3CDTF">2025-03-17T05:05:48Z</dcterms:created>
  <dcterms:modified xsi:type="dcterms:W3CDTF">2025-05-13T09:45:43Z</dcterms:modified>
</cp:coreProperties>
</file>